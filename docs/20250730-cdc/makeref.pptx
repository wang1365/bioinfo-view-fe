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B7D1E-8A73-EFF4-3628-2B851A6F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03981B-C192-6646-9425-E1D9D2C80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F53DD-CA6F-AFAA-8998-F1FFB107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BDFFD7-DEB4-A488-540C-3E1FDA43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F2FEFE-AAE6-A4DA-A1C5-FF7EF650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60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3909E-EA8D-C94D-1468-C7D9BF88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3DC09F-12CB-B96F-75B2-741A165B6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71803-6535-65A5-984A-E45F74CF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72E28-D6D4-77D8-7D41-622EA504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0BF3CD-B235-4ADB-92A6-CD8ED248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80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500C4F-0FD7-3128-5BA8-F9EF07C3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E8C681-AAED-B58B-B8BD-721820B2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AD61D-F96C-07F9-629A-EB4E653E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8AF527-2D35-6246-A276-CA0BBDC3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3AD47E-4BD0-C70E-ED42-1B4630AD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65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CA6F5-74E6-6187-11AD-6B4DEBB2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BBCB9-5DE7-D24F-5CE7-83E62F28B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2D281A-0479-4C91-BF2D-F526B1DB4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E892D3-786C-753A-B69F-9854E223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CD215-C247-B8BB-E007-D67B64A7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5043C5-F27C-86FE-C640-C3CA3B66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3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CB9E5-2DE7-0DF0-687C-C4A1D0FC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C1C44-0F90-EF45-57AB-F829AB0B0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AD52E7-93A9-28CE-3C00-673B77EE5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365633-6EE7-2289-B967-85485A0FB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7F72F5-A117-982F-79E7-0C8C31D00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C3FE12-0FDA-F105-425B-69BA5B37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C13758-F444-DAC8-1FF3-B8CDED37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6F889B-833A-2BA1-D21F-5DFC98DA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41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4C856-37C4-C571-A780-B886C43C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F9AE83-5C55-58B7-DEE5-D6C9E034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DFD6E1-150E-0B0F-70A5-199B6EE3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3B1E7-6FA4-E0BA-DFCB-C6656574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8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5B610-0487-C059-CF43-84B22B8F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D67A4B-5522-317B-A007-4745676B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DC8EE9-127E-B8A0-8548-8E142A1E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6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E5DB0-FCD7-62CD-29A1-9DABE321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DDEEA-2BD8-54B7-767C-8B78C55A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FCD067-1461-24AF-EBEA-C6C50E34E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0D9014-78EE-B6CC-CF55-9EEBD6BE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F07EC-BE78-2AAD-BE2A-73A53CC7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2CEF12-CEC0-FC7B-8A99-CFE4F03C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91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EF00C-0254-2EE4-1320-424AB48C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7D1C3E-643F-2917-5A53-DC7279989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28A0C6-FB49-C19B-4348-5EC352D4D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C518BA-6056-8AB7-908B-3FC264EA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014F72-32A7-320F-9C60-792B632A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8AE048-21E7-9524-F43A-6EFB2427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63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5B6D6-8091-17CD-4B68-8A8CDCB1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284BD4-2635-70A8-BE00-48A5934E9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0649D-03D2-801D-39D4-DC5072EC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FB1A8-69C4-6806-B268-AB3A7525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71FB5-8E37-5859-D7F6-E8782475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59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F137C3-5664-E869-C42C-3873BA026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CB4AB3-4C5C-BB12-57DC-4E9624D06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DC381A-A349-0975-0A46-5AF94D19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CDF06-33BE-677F-2979-232A33B9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7A5B0-84EB-1E8B-4488-2E8903BE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85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516530-0FFD-26C3-BF61-E5E03AA86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B06EE9-6289-9B11-CD43-B1E6CA799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53264E-CC3C-4D39-5D45-AEE7BF64D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4B747-1717-41E1-B464-1DE680A54465}" type="datetimeFigureOut">
              <a:rPr lang="zh-CN" altLang="en-US" smtClean="0"/>
              <a:t>2025/8/19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27A2E-1EBE-F195-4DC2-88F9EE425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45B59C-A0D5-4067-B3E3-D18307748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F725D-7140-4B47-8B52-486BD6260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17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77BF149-2581-F00F-46A1-8C9CD0DB9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009353"/>
            <a:ext cx="7533407" cy="48392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0C2CAE-26DE-F704-9968-42FA3B1CCFF2}"/>
              </a:ext>
            </a:extLst>
          </p:cNvPr>
          <p:cNvSpPr txBox="1"/>
          <p:nvPr/>
        </p:nvSpPr>
        <p:spPr>
          <a:xfrm>
            <a:off x="2926080" y="1483360"/>
            <a:ext cx="185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$</a:t>
            </a:r>
            <a:r>
              <a:rPr lang="zh-CN" altLang="en-US" dirty="0">
                <a:solidFill>
                  <a:srgbClr val="FF0000"/>
                </a:solidFill>
              </a:rPr>
              <a:t>NEWREFNAME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E0C2D2-927E-0556-9A9B-24EB1F52DF1A}"/>
              </a:ext>
            </a:extLst>
          </p:cNvPr>
          <p:cNvSpPr txBox="1"/>
          <p:nvPr/>
        </p:nvSpPr>
        <p:spPr>
          <a:xfrm>
            <a:off x="5933440" y="2004814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$HOST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F1B5F6-8FC2-5AA6-97FB-B53004CA14B8}"/>
              </a:ext>
            </a:extLst>
          </p:cNvPr>
          <p:cNvSpPr txBox="1"/>
          <p:nvPr/>
        </p:nvSpPr>
        <p:spPr>
          <a:xfrm>
            <a:off x="7685807" y="2164080"/>
            <a:ext cx="173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$HOSTPICK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695E39-0EB1-0D16-52C2-EBB7FA8B048A}"/>
              </a:ext>
            </a:extLst>
          </p:cNvPr>
          <p:cNvSpPr txBox="1"/>
          <p:nvPr/>
        </p:nvSpPr>
        <p:spPr>
          <a:xfrm>
            <a:off x="2458487" y="2004814"/>
            <a:ext cx="1412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$SP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1367D7-D061-EFF4-2A9C-B1F4B3EC7904}"/>
              </a:ext>
            </a:extLst>
          </p:cNvPr>
          <p:cNvSpPr txBox="1"/>
          <p:nvPr/>
        </p:nvSpPr>
        <p:spPr>
          <a:xfrm>
            <a:off x="4094480" y="2142033"/>
            <a:ext cx="2001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$SPPICK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21E157-0971-05CA-D1AF-10C7A0BE5080}"/>
              </a:ext>
            </a:extLst>
          </p:cNvPr>
          <p:cNvSpPr txBox="1"/>
          <p:nvPr/>
        </p:nvSpPr>
        <p:spPr>
          <a:xfrm>
            <a:off x="2748513" y="2638087"/>
            <a:ext cx="2382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$INDEX</a:t>
            </a:r>
            <a:r>
              <a:rPr lang="en-US" altLang="zh-CN" dirty="0">
                <a:solidFill>
                  <a:srgbClr val="FF0000"/>
                </a:solidFill>
              </a:rPr>
              <a:t>==“F”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2AC4B87-BF73-5A65-122D-0435F8B187EA}"/>
              </a:ext>
            </a:extLst>
          </p:cNvPr>
          <p:cNvSpPr txBox="1"/>
          <p:nvPr/>
        </p:nvSpPr>
        <p:spPr>
          <a:xfrm>
            <a:off x="9326880" y="5479314"/>
            <a:ext cx="1847939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$INDEX</a:t>
            </a:r>
            <a:r>
              <a:rPr lang="en-US" altLang="zh-CN" dirty="0">
                <a:solidFill>
                  <a:srgbClr val="FF0000"/>
                </a:solidFill>
              </a:rPr>
              <a:t>==“T”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31043FC-5CCB-1BDF-D7BE-9B5A6C9DCD01}"/>
              </a:ext>
            </a:extLst>
          </p:cNvPr>
          <p:cNvCxnSpPr>
            <a:cxnSpLocks/>
          </p:cNvCxnSpPr>
          <p:nvPr/>
        </p:nvCxnSpPr>
        <p:spPr>
          <a:xfrm flipH="1">
            <a:off x="1300480" y="2794000"/>
            <a:ext cx="772160" cy="128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3AD843B-3570-EA71-F851-F430F8463D8C}"/>
              </a:ext>
            </a:extLst>
          </p:cNvPr>
          <p:cNvSpPr txBox="1"/>
          <p:nvPr/>
        </p:nvSpPr>
        <p:spPr>
          <a:xfrm>
            <a:off x="386080" y="41113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运行镜像 nad-make-self-ref-run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4068A5-5C49-7B6A-E3B4-258157E5EFC1}"/>
              </a:ext>
            </a:extLst>
          </p:cNvPr>
          <p:cNvSpPr txBox="1"/>
          <p:nvPr/>
        </p:nvSpPr>
        <p:spPr>
          <a:xfrm>
            <a:off x="4947920" y="6137987"/>
            <a:ext cx="652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再次运行镜像 nad-make-self-ref-run  （$INDEX</a:t>
            </a:r>
            <a:r>
              <a:rPr lang="en-US" altLang="zh-CN" dirty="0">
                <a:solidFill>
                  <a:srgbClr val="FF0000"/>
                </a:solidFill>
              </a:rPr>
              <a:t>==“T”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20BC3FB-8188-3368-4BC9-7E9CB4A72216}"/>
              </a:ext>
            </a:extLst>
          </p:cNvPr>
          <p:cNvCxnSpPr>
            <a:cxnSpLocks/>
          </p:cNvCxnSpPr>
          <p:nvPr/>
        </p:nvCxnSpPr>
        <p:spPr>
          <a:xfrm flipH="1">
            <a:off x="6644640" y="5663980"/>
            <a:ext cx="2387600" cy="474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26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文鑫 朱</dc:creator>
  <cp:lastModifiedBy>文鑫 朱</cp:lastModifiedBy>
  <cp:revision>1</cp:revision>
  <dcterms:created xsi:type="dcterms:W3CDTF">2025-08-19T08:40:03Z</dcterms:created>
  <dcterms:modified xsi:type="dcterms:W3CDTF">2025-08-19T08:44:51Z</dcterms:modified>
</cp:coreProperties>
</file>